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0" y="320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PIER LAB  |  KIST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Latent 설계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21792" y="23957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Chunk를 CLIP 공간으로 — Encoder · Decoder · Modality 확장의 선택지, 출처, 예상 효과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3429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최원석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2026. 7. 6.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4160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코드: kist-pier/CLIP @ main   ·   근거: 검증 문헌 130편 (arXiv 원문 대조)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309360" y="1481328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48132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z_t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63840" y="1481328"/>
            <a:ext cx="658368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48132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z_t+16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04304" y="1737360"/>
            <a:ext cx="8229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172200" y="20574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Δz = 행동의 의미적 효과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416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52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25880" y="13075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Related Works · 현황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25880" y="1828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Action→Latent 선행 4계보와 방법론 / main 코드 현황 / 남은 병목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36592" y="1051560"/>
            <a:ext cx="40416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5192" y="1252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05272" y="13075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Encoder · Decoder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605272" y="1828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후보·출처·예상효과 / flow 정책(채택 완료 +29pp) / Action BiCodec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416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25880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Modality 확장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325880" y="3611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접지 측정 / 주입 4경로 / 시각·상태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36592" y="2834640"/>
            <a:ext cx="40416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605272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605272" y="3611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 계획 · 결정 게이트 4개 · 논의 요청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681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원칙: 모든 제안에 채택/기각 게이트 부착 (전문: CLIP_Report/EXPERIMENT_ROADMAP.md)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Related Works  </a:t>
            </a:r>
            <a:pPr indent="0" marL="0">
              <a:buNone/>
            </a:pPr>
            <a:r>
              <a:rPr lang="en-US" sz="2100" b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계보 ①② — 시연 압축 · RL 표현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583680" y="384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Action→Latent 1/2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공통점: 네 갈래 모두 latent 공간을 새로 학습하고, 감독은 대부분 자기 재구성(AE/VQ) — 표기: 논문 (arXiv ID)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229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794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방법론 — 어떻게 latent로 보내나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목적 / 특징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237744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계보 ① 시연 데이터 압축 (skill latent)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Play-LMP (1903.01973)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state+action 윈도우 → bi-RNN CVAE로 연속 "plan" latent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다봉성 흡수, play 데이터 재사용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 (2304.13705)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chunk → transformer CVAE 스타일 z(32d) — 추론 시 z=0으로 폐기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시연 스타일 흡수 (붙였다 버리기 원형)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VQ-BeT (2403.03181)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chunk → MLP + RVQ 2단 코드 + 연속 offset head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다봉성 이산 포착, 추론 5× 가속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QueST (2407.15840)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action-only causal conv + FSQ 토큰 (관측은 prior에만)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전이 가능한 skill vocabulary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 (2501.09747)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비학습: 차원별 DCT → 양자화 → BPE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LM 호환 토큰화, 학습형 인코더 회피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계보 ② RL을 위한 action 표현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Chandak (1902.00183)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P(a|s,s') 생성 복원으로 action 임베딩 학습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"비슷한 효과 → 가깝게"의 원조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DynE (1908.09357)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action chunk 임베딩이 k-step 후 latent state를 예측하도록 학습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구조의 직계 조상 (state 공간은 새로 학습)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HyAR (2109.05490)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 잔차(s'−s) 예측 보조손실로 latent 조형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dynamics 인식 hybrid action 공간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Related Works  </a:t>
            </a:r>
            <a:pPr indent="0" marL="0">
              <a:buNone/>
            </a:pPr>
            <a:r>
              <a:rPr lang="en-US" sz="2100" b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계보 ③④ — LAM · CLIP 정렬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583680" y="384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Action→Latent 2/2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계보 ③은 본 설계의 거울상(영상→행동), 계보 ④는 본 설계가 속한 곳(frozen 공간 정렬)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8229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794760"/>
                <a:gridCol w="26517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방법론 — 어떻게 latent로 보내나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목적 / 특징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201168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계보 ③ LAM — 비디오 프레임 차이에서 latent action 역추출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Genie (2402.15391)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프레임쌍 → VQ latent action + FDM 병목 (디코더는 학습 후 폐기)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없는 비디오로 world model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LAPO (2312.10812)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IDM이 "o_t↔o_t+1 차이만" 인코딩하도록 VQ 병목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비디오 → 정책 사전학습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LAPA (2410.11758)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NSVQ latent action을 VLM이 예측 → 실제 action으로 미세조정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pseudo-label 경로 (본 설계의 이산 사촌)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Moto (2412.04445)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frozen ViT patch feature 위 M-Former(query 8) + VQ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기질(frozen 사전학습 feature)이 우리와 동일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UniVLA (2505.06111)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DINOv2 feature 위 LAM + 언어로 task 성분 분리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cross-embodiment 전이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계보 ④ CLIP 차용 — frozen 공간으로의 정렬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MotionCLIP (2203.08063)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모션 AE 첫 토큰을 frozen CLIP에 cosine 정렬 + 복원 손실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설계의 방법론 원형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LIV (2306.00958)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CLIP-style 대조학습으로 시간·언어 정렬 보상 표현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CLIP에 시간구조 넣으려면 미세조정 필요 실증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GRIF (2307.00117)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언어를 goal image가 아닌 "시작↔목표 이미지 변화"에 정렬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언어↔Δ 정렬의 직접 선행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CLIP-RT (2411.00508)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action을 언어 모션 프리미티브로 표현해 CLIP 공동 공간 대조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공간은 같고 action 정의가 다름(언어 라벨)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Wav2CLIP · ImageBind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모달리티 인코더를 frozen CLIP에 바인딩 (이미지 피벗)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text 정렬이 emergent로 따라옴 — ③번 경로 근거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4645152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연구의 위치  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 전부 latent 공간을 새로 학습 — 우리는 frozen CLIP VL 공간의 변위(Δz)에 forward 회귀 = ③의 거울상 × ④의 raw action 적용 (미점유)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Related Works  </a:t>
            </a:r>
            <a:pPr indent="0" marL="0">
              <a:buNone/>
            </a:pPr>
            <a:r>
              <a:rPr lang="en-US" sz="2100" b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직전 연구와 동시대 경쟁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583680" y="384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Action→Latent 3/3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시스템이 직접 딛고 선 두 편(코드에 구현됨)과, 제출 전 차별화가 필수인 2026 경쟁 세 편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33856"/>
          <a:ext cx="8229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520440"/>
                <a:gridCol w="29260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우리와의 관계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201168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직전 연구 — 코드에 구현된 토대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VITA (2507.13231)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 latent → 액션 latent로 노이즈 없는 flow matching 수송. 손실 L_FM · FLD(ODE 통과 복원) · L_AE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Phase1 손실 템플릿(align=FM/recon=FLD/cycle=L_AE) + flow_source=vision 옵션의 출처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ACT2ACT (A2A) — 인용 확정 필요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액션 임베딩 → 미래 액션으로의 flow 수송. 시간 연속성을 결합(coupling)으로 활용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flow_source=past(현 기본값·일관 승자)의 근거 — 서지 확인 후 표기 교체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동시대 경쟁 (2026) — 반드시 차별화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JALA (2602.21736)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VLA 중간 hidden을 IDM(LAP, DINOv3/V-JEPA2 경계 프레임쌍) latent action에 L1 정렬 — 7.5M 샘플 사전학습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앵커를 '학습'함(EMA 공진화) — 우리는 무학습 frozen CLIP Δz + 저비용. 논문의 Recon vs Joint-Align ablation 인용 가치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LARA (2606.07100)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LAM과 VLA를 REPA식 cosine 정렬로 공동 최적화 (+5~15%) — "frozen 앵커가 약점"이 핵심 주장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우리와 정반대 주장 — 반박: 우리 앵커는 frozen LAM이 아닌 foundation VL 공간+Δ구조, LAM 사전학습 자체가 불필요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VLM-LAM (2601.22714)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promptable VLM feature 위에 LAM 구축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기질이 근접 — 언어 접지 실측(L0)과 policy-경유 없는 정렬로 차별화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626864"/>
            <a:ext cx="8229600" cy="402336"/>
          </a:xfrm>
          <a:prstGeom prst="rect">
            <a:avLst/>
          </a:prstGeom>
          <a:solidFill>
            <a:srgbClr val="EFEF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4626864"/>
            <a:ext cx="7900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차별 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앵커를 학습하지 않는다 — frozen CLIP VL 공간의 Δz + flow 수송(직전 연구) 조합은 미점유. LARA의 "frozen 약점" 주장은 G1(align=0)·G4(DINOv2) 게이트가 직접 검증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 </a:t>
            </a:r>
            <a:pPr indent="0" marL="0">
              <a:buNone/>
            </a:pPr>
            <a:r>
              <a:rPr lang="en-US" sz="2100" b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시스템 (main)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583680" y="384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kist-pier/CLIP @ main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frozen CLIP pooled 768 공간의 2단 구조 — 7/5 업데이트로 Phase 2가 flow matching 정책으로 교체됨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— delta-AE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chunk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step × 14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z_t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664208"/>
            <a:ext cx="1143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66420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 (인코더)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1D-CNN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1664208"/>
            <a:ext cx="1234440" cy="603504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664208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ζ ≈ Δz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92808" y="1682496"/>
            <a:ext cx="603504" cy="19202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892808" y="2286000"/>
            <a:ext cx="603504" cy="-1828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675888" y="1965960"/>
            <a:ext cx="5943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57200" y="265176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 (디코더, MLP): Δz + z_t → chunk 복원 · 배포 시 action head로 사용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9626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— flow matching 정책 (CFM+FLD)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255264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552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[z_prev, z_cur, g(A_past), 언어·손목캠]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3255264"/>
            <a:ext cx="777240" cy="45720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25526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ζ̂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255264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25526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 → 미래 chunk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61488" y="3483864"/>
            <a:ext cx="5943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178808" y="3483864"/>
            <a:ext cx="5943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57200" y="378561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flow: source = g(A_past) (A2A식) → Euler 6스텝 → ζ̂ · 추론 16/8 receding horizon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96512"/>
            <a:ext cx="56692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66928" y="4096512"/>
            <a:ext cx="5449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전 삽입: outputs/eval/rollout_dataset_transfer_cube.png (GT 추종 그래프)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00800" y="1207008"/>
            <a:ext cx="2286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12344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0.981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552944" y="125272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Phase1 복원 R² (ALOHA)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00800" y="2011680"/>
            <a:ext cx="2286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203911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50/30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552944" y="205740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ALOHA transfer/insertion % (mlp 43/28)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400800" y="2816352"/>
            <a:ext cx="2286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2843784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552944" y="2862072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LIBERO Spatial · Object 85.7 · Goal 80 (mlp 36.5/35/18)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00800" y="3621024"/>
            <a:ext cx="2286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3648456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+29pp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552944" y="3666744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 정책 이득 · 손목캠 토큰 +26pp (LIBERO)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4572000"/>
            <a:ext cx="8229600" cy="420624"/>
          </a:xfrm>
          <a:prstGeom prst="rect">
            <a:avLst/>
          </a:prstGeom>
          <a:solidFill>
            <a:srgbClr val="EFEF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" y="4572000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병목  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언어 접지 미측정 → 3-언어    ② ALOHA insertion 30% → 시각·DAgger    ③ suite 전이·일반화 미검증 → Roadmap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Encoder  </a:t>
            </a:r>
            <a:pPr indent="0" marL="0">
              <a:buNone/>
            </a:pPr>
            <a:r>
              <a:rPr lang="en-US" sz="2100" b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후보 4종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583680" y="384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1 /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1D-CNN+시간평균은 순서 정보를 뭉갬(수용영역 9 &lt; 16step) — 4개 구조 비교 실험 제안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286000"/>
                <a:gridCol w="3017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효과 / 역할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현행: 1D-CNN + 시간평균 풀링 + z_t concat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main 코드 (state_cond 그리드 검증)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베이스라인. "전진 후 후진"≈"정지"로 붕괴 위험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1D causal strided conv (순서 보존)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[권장 1안]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QueST (2407.15840, NeurIPS 2024)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 보존. action-only 인코더 최선 + 관측은 prior만 — 원문 실증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Transformer + 학습형 [CLS] 토큰 풀링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 (2304.13705) · MotionCLIP (2203.08063) · TMR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시퀀스→단일벡터의 표준. 장기 패턴 포착, MotionCLIP이 CLIP 정렬로 실증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flatten-MLP (112→768)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VQ-BeT (2403.03181, ICML 2024)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짧은 chunk엔 MLP로 충분함을 실증 — 리뷰 방어용 필수 대조군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24528"/>
            <a:ext cx="8229600" cy="548640"/>
          </a:xfrm>
          <a:prstGeom prst="rect">
            <a:avLst/>
          </a:prstGeom>
          <a:solidFill>
            <a:srgbClr val="EFEF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4224528"/>
            <a:ext cx="7900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LIBERO retrieval top-1 +5~10%p(가설) — 4런 비교로 판정. ④조차 무개선이면 인코더가 아니라 Δz 타깃 문제로 확정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Encoder  </a:t>
            </a:r>
            <a:pPr indent="0" marL="0">
              <a:buNone/>
            </a:pPr>
            <a:r>
              <a:rPr lang="en-US" sz="2100" b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입력·손실 보강 6종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583680" y="384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1 /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구조를 바꾸지 않고도 얻는 저비용 개선 — 전부 그리드 인프라(--set/--tag)로 즉시 실험 가능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00507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1417320"/>
            <a:ext cx="54864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4081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43584" y="1371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1–99% quantile 정규화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43584" y="16642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OpenVLA 2406.09246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85216" y="19019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outlier(그리퍼 스파이크)에 강건 — LIBERO 인간데모에 특히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67328" y="1417320"/>
            <a:ext cx="566928" cy="237744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14081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런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81728" y="1298448"/>
            <a:ext cx="400507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9744" y="1417320"/>
            <a:ext cx="54864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14081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68112" y="1371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DCT 저주파 계수 병행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68112" y="16642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 2501.09747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09744" y="19019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시도: ALOHA 58/35.7 실측(+15pp) — 현재 연구 보류, 재개 검토 대상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400507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" y="2496312"/>
            <a:ext cx="54864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" y="24871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43584" y="24505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Δz L2 정규화 + scale 분리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43584" y="27432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0단계 연계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5216" y="29809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Δz 크기 비등방 완화, CLIP-blind 노이즈 억제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81728" y="2377440"/>
            <a:ext cx="400507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9744" y="2496312"/>
            <a:ext cx="548640" cy="237744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9744" y="24871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68112" y="24505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velocity recon 항 (w0.25)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68112" y="27432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MotionCLIP 2203.08063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9744" y="29809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패턴 보존 → chunk 경계 jerk 감소, 폐루프 안정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456432"/>
            <a:ext cx="400507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5216" y="3575304"/>
            <a:ext cx="548640" cy="237744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" y="3566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243584" y="352958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InfoNCE 보조 (w0.1)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43584" y="38221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Wav2CLIP 2110.11499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5216" y="40599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증류 안정화 + retrieval 직접 최적화 (+10%p 목표)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767328" y="3575304"/>
            <a:ext cx="566928" cy="237744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67328" y="35661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런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81728" y="3456432"/>
            <a:ext cx="400507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9744" y="3575304"/>
            <a:ext cx="548640" cy="237744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3566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68112" y="352958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composability 정규화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68112" y="38221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CLASP 1806.09655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09744" y="40599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g(A₁)+g(A₂)≈g(A₁⊕A₂) — Δz 가법성과 일치, 논문 차별점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572000"/>
            <a:ext cx="8229600" cy="402336"/>
          </a:xfrm>
          <a:prstGeom prst="rect">
            <a:avLst/>
          </a:prstGeom>
          <a:solidFill>
            <a:srgbClr val="EFEF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4572000"/>
            <a:ext cx="7900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조건 위치 재검토 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 실증: "인코더는 action-only, 관측은 prior에" — 현행(g·h 양쪽 주입)과 1회 대조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Decoder  </a:t>
            </a:r>
            <a:pPr indent="0" marL="0">
              <a:buNone/>
            </a:pPr>
            <a:r>
              <a:rPr lang="en-US" sz="2100" b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헤드 — flow 채택 완료와 남은 선택지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583680" y="384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2 /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다봉성은 flow matching 정책이 이미 흡수(캠페인 승자, 기본값) — 남은 것은 보조 목표·경량 대안·이산 토큰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011680"/>
                <a:gridCol w="3383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/ 예상 효과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채택됨  </a:t>
                      </a:r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flow matching 정책 (CFM+FLD, source=g(A_past))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VITA 2507.13231 · A2A식 수송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승자: LIBERO +29pp(36.5→80), 손목캠과 조합 시 S80/O85.7/G80 · ALOHA 43→50. Euler 6스텝, source=past가 noise/vision 대비 일관 승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h: MLP(Δz, z_t) → chunk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main (LAPO 2312.10812형)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 경로 — flow가 생성한 ζ̂을 action으로 디코딩 (FLD가 이 경로로 역전파)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보조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미래 latent 디코더 (학습 후 폐기)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MDT 2407.05996 · REPA 2410.06940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미시도 — 추론비용 0 이득 후보 (MDT 0.51→0.58, REPA 수렴 17.5×)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CVAE z_style 토큰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 2304.13705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flow 대비 경량·style 제어용 — 우선순위 하향 (flow가 이미 다봉성 해소)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RVQ 2단 + offset head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VQ-BeT 2403.03181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이산 토큰이 필요할 때 (다음 장 BiCodec과 연계)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443984"/>
            <a:ext cx="822960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4443984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게이트 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ALOHA insertion 30→45%+ · 보조 미래 디코더 +5%p 시 채택 · flow_steps/모델폭은 무이득 확인됨(12스텝·d2048 포화)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Decoder  </a:t>
            </a:r>
            <a:pPr indent="0" marL="0">
              <a:buNone/>
            </a:pPr>
            <a:r>
              <a:rPr lang="en-US" sz="2100" b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BiCodec (제안)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583680" y="384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2 심화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코덱의 검증된 설계를 action에 이식 — 의미(semantic)와 스타일(style)의 분리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463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chunk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16×14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1371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371600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1D conv 인코더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38528" y="1673352"/>
            <a:ext cx="5029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34840" y="1042416"/>
            <a:ext cx="1965960" cy="62179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04241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RVQ level-1 = semantic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Δz 증류 (CLIP 접지)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1865376"/>
            <a:ext cx="1965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86537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RVQ level-2 = style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속도·리듬 잔차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58768" y="1554480"/>
            <a:ext cx="548640" cy="-1828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58768" y="1810512"/>
            <a:ext cx="548640" cy="34747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40880" y="1371600"/>
            <a:ext cx="1645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37160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디코더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합 → 복원 + offset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19088" y="1371600"/>
            <a:ext cx="594360" cy="22860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19088" y="2157984"/>
            <a:ext cx="594360" cy="-310896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2688336"/>
            <a:ext cx="8229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2688336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계보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01952" y="2688336"/>
            <a:ext cx="6675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Mimi/Moshi(2410.00037): RVQ 1단에 semantic 증류 · Spark-TTS BiCodec(2503.01710): 내용/화자 이원 토큰 · TIGER(2305.05065): 768d 임베딩 RQ-VAE 실증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8229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3291840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효과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01952" y="3291840"/>
            <a:ext cx="6675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다봉성은 이산 코드가 흡수   ② "정렬 vs 복원" 긴장을 레벨 분리로 구조화   ③ level-1이 CLIP 접지 → 텍스트 검색·VLA 토큰화 직결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895344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389534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신규성·주의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01952" y="38953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 action tokenizer에 semantic/style 분해는 부재(FAST 단일 스트림) — Δz 회귀와 경쟁하는 별도 기여로 프레이밍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462272"/>
            <a:ext cx="8229600" cy="420624"/>
          </a:xfrm>
          <a:prstGeom prst="rect">
            <a:avLst/>
          </a:prstGeom>
          <a:solidFill>
            <a:srgbClr val="EFEF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4462272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(MVP 2주) 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level-1 태스크 분류 ≥70% — 미달 시 후속 논문으로 드롭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Modality  </a:t>
            </a:r>
            <a:pPr indent="0" marL="0">
              <a:buNone/>
            </a:pPr>
            <a:r>
              <a:rPr lang="en-US" sz="2100" b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접지 측정 (L0/L2)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583680" y="384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3 /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없이 이번 주에 가능 — CLIP을 타깃으로 삼은 유일한 이유(언어 정렬 상속)가 아직 한 번도 측정되지 않았다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727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L0 · 측정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1792" y="19751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~0 · 이번 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77440" y="1481328"/>
            <a:ext cx="3291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 ↔ Δz / g(a) 양방향 retrieval — 기존 인프라 재사용 + 신규 latent_mapping.py(PCA 시각화)로 정성 확인 병행. gap 보정: C3(2401.08567) mean-shift · ImageBind: emergent 정렬은 약함 → 정량화 필수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06440" y="1508760"/>
            <a:ext cx="2697480" cy="1097280"/>
          </a:xfrm>
          <a:prstGeom prst="rect">
            <a:avLst/>
          </a:prstGeom>
          <a:solidFill>
            <a:srgbClr val="EFEF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5910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0" y="1865376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 후 top-1 ≥ 30%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(chance 10%)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1272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 · 산술 프로브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1792" y="35295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~0 · 학습 없음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77440" y="3035808"/>
            <a:ext cx="3291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z_t + g(a) ≈ z_{t+16} 은 이미 학습된 관계 — text query로 미래상태 랭킹 (Embedding Arithmetic 2112.03162) · "latent가 의미 공간에 산다"의 정성적 증거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06440" y="3063240"/>
            <a:ext cx="2697480" cy="1097280"/>
          </a:xfrm>
          <a:prstGeom prst="rect">
            <a:avLst/>
          </a:prstGeom>
          <a:solidFill>
            <a:srgbClr val="EFEF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3145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0" y="3419856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top-1 ≥ 25% →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대표 Figure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6268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L1(InfoNCE 정렬 학습)은 중복 제거 — 다음 장 주입 경로 ②로 통합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Modality  </a:t>
            </a:r>
            <a:pPr indent="0" marL="0">
              <a:buNone/>
            </a:pPr>
            <a:r>
              <a:rPr lang="en-US" sz="2100" b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Language를 시스템에 넣는 4가지 경로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583680" y="384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3 /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언어라도 "어디에 꽂느냐"가 다르다 — 현행 구조 기준 주입 지점별 비용·기대효과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400507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42646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입력 토큰 (조건화)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9856" y="1444752"/>
            <a:ext cx="9144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9856" y="1435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구현됨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1755648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 text 임베딩을 정책 f의 4번째 토큰으로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" y="2212848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(LIBERO lang_token=true 구현됨)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3504" y="2432304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0 · 한계: 병목이 없어 정책이 언어를 무시 가능 — ②로 보강 필요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81728" y="1335024"/>
            <a:ext cx="400507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42646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정렬 손실 (강제)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44384" y="1444752"/>
            <a:ext cx="914400" cy="237744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44384" y="1435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추가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28032" y="1755648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InfoNCE(언어 ↔ ζ̂) 보조손실 — 언어 사용을 학습으로 강제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28032" y="2212848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GRIF 2307.00117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28032" y="2432304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 1회 · 기대: retrieval +15%p, 언어 의존 정책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400507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30175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공유 공간 검색 (무학습)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19856" y="3035808"/>
            <a:ext cx="914400" cy="237744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9856" y="3026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측정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3504" y="3346704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Δz·g(a)가 이미 CLIP 공간 → text와 직접 비교: 시연 검색·계획 조회·성공 판정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3504" y="3803904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ImageBind 2305.05665 · C3 2401.08567 보정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3504" y="4023360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~0 · emergent 정렬은 약할 수 있음 — L0 측정으로 판정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81728" y="2926080"/>
            <a:ext cx="400507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30175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LLM soft-prompt (우회)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644384" y="3035808"/>
            <a:ext cx="9144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44384" y="3026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예비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28032" y="3346704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 출력을 Q-Former로 요약해 frozen LLM+LoRA에 주입 — 언어 이해를 LLM에 위임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28032" y="3803904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SALMONN 2310.13289 · KI 2505.23705 (stop-grad)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28032" y="4023360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대 · ②③ 실패 시의 피벗 경로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4572000"/>
            <a:ext cx="8229600" cy="402336"/>
          </a:xfrm>
          <a:prstGeom prst="rect">
            <a:avLst/>
          </a:prstGeom>
          <a:solidFill>
            <a:srgbClr val="EFEF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4572000"/>
            <a:ext cx="7900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순서 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측정(이번 주) → ①+② 병행 학습 → 게이트 미달 시 ④ — 전 단계에서 CLIP 동결 유지 (LiT 2111.07991)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Modality  </a:t>
            </a:r>
            <a:pPr indent="0" marL="0">
              <a:buNone/>
            </a:pPr>
            <a:r>
              <a:rPr lang="en-US" sz="2100" b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시각·상태 확장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583680" y="384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3 /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손목캠 토큰(+26pp)이 근접 시야를 1차 해소 — 남은 정밀 병목(3인칭 pooled 위치 둔감)을 패치토큰·proprio로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8229600" cy="1773936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630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패치토큰 시각입력 — 남은 위치 정밀 병목 공략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" y="181051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Moto(2412.04445) M-Former · CLIP-blind(2401.06209)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2066544"/>
            <a:ext cx="7827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pooled 768은 위치 정보를 뭉갬(CLIP-blind). 손목캠이 근접 시야를 보완했지만 3인칭 pooled의 둔감은 남음 → 패치토큰이 회복. clip_wrapper가 patch 저장 지원 — 부품 재사용으로 즉시 착수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2651760"/>
            <a:ext cx="7827264" cy="365760"/>
          </a:xfrm>
          <a:prstGeom prst="rect">
            <a:avLst/>
          </a:prstGeom>
          <a:solidFill>
            <a:srgbClr val="EFEF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51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기대치  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목표: ALOHA transfer 50→65% · insertion 30→45% (패치토큰 + DAgger 조합)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10128"/>
            <a:ext cx="822960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41985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proprio(qpos) 토큰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7307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GR-1 (2312.13139)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" y="3968496"/>
            <a:ext cx="7827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 상태 직접 공급, 분포 시프트 완화 — build_proprio() 재사용, 수십 줄. shortcut 방지용 noise/dropout 필요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5354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우회로·장기 아이디어는 앞장(주입 경로 ④) 참조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  </a:t>
            </a:r>
            <a:pPr indent="0" marL="0">
              <a:buNone/>
            </a:pPr>
            <a:r>
              <a:rPr lang="en-US" sz="2100" b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 실험 계획 — 게이트 기반 분기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583680" y="384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EXPERIMENT_ROADMAP.md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868680" cy="237744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2354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여기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316736"/>
            <a:ext cx="1554480" cy="932688"/>
          </a:xfrm>
          <a:prstGeom prst="rect">
            <a:avLst/>
          </a:prstGeom>
          <a:solidFill>
            <a:srgbClr val="EFEF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18488"/>
            <a:ext cx="1408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스위트 + align=0 대조군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L0 retrieval (전부 저비용)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020824" y="1783080"/>
            <a:ext cx="12801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57984" y="1316736"/>
            <a:ext cx="15544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9424" y="1371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2–3주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49424" y="1618488"/>
            <a:ext cx="1408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SNR 결과로 분기: 인코더·손실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패치토큰 + 정렬 λ 스윕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721608" y="1783080"/>
            <a:ext cx="12801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58768" y="1316736"/>
            <a:ext cx="15544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0208" y="1371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50208" y="1618488"/>
            <a:ext cx="1408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qpos 토큰 + 패치토큰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(insertion 공략)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422392" y="1783080"/>
            <a:ext cx="12801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559552" y="1316736"/>
            <a:ext cx="15544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371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50992" y="1618488"/>
            <a:ext cx="1408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DAgger 3라운드 ∥ 9/1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holdout 전이 ∥ 미래디코더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123176" y="1783080"/>
            <a:ext cx="12801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60336" y="1316736"/>
            <a:ext cx="15544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51776" y="1371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51776" y="1618488"/>
            <a:ext cx="1408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대조군 완주 +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BiCodec go/no-go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7200" y="2450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게이트 4개 — 이 넷이 갖춰지면 핵심 주장이 실험으로 방어된다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798064"/>
            <a:ext cx="40050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" y="29809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G1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15568" y="28620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align=0 대조군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15568" y="31363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"CLIP-Δz 정렬이 실제로 돕는가" — 논문 성립의 결정적 실험, 하루면 실행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81728" y="2798064"/>
            <a:ext cx="40050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29809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G2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40096" y="28620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Δz SNR·CLIP-blind 진단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40096" y="31363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Δz가 노이즈의 2배 미만이면 pooled 한계 확정 → 패치 Δz로 재정의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639312"/>
            <a:ext cx="40050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" y="38221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G3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115568" y="3703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text↔Δz retrieval ≥30%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15568" y="3977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C3 보정 후. 미달 시 emergent 주장 삭제, GRIF 정렬을 필수 기여로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81728" y="3639312"/>
            <a:ext cx="40050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9744" y="38221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G4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340096" y="3703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 vs DINOv2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40096" y="3977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예상: 성공률 동급, 언어 검색은 CLIP 압승 — "왜 CLIP인가"의 결과표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4572000"/>
            <a:ext cx="8229600" cy="420624"/>
          </a:xfrm>
          <a:prstGeom prst="rect">
            <a:avLst/>
          </a:prstGeom>
          <a:solidFill>
            <a:srgbClr val="EFEF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" y="4572000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성공 정의  </a:t>
            </a:r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ALOHA tr 65/ins 45%+ · LIBERO 3-suite 80%+ 유지·전이 입증 · text↔Δz 30%+ · 대조군 4종(ACT/DP/align=0/DINOv2)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 </a:t>
            </a:r>
            <a:pPr indent="0" marL="0">
              <a:buNone/>
            </a:pPr>
            <a:r>
              <a:rPr lang="en-US" sz="2100" b="1" dirty="0">
                <a:solidFill>
                  <a:srgbClr val="B5B5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요약과 논의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Encoder — 순서를 보존하라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234440" y="140817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causal conv / [CLS] transformer 4런 비교 + 정규화·InfoNCE·composability 보강 (QueST·ACT·MotionCLIP·CLASP)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190195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Decoder — 다봉성은 흡수됐다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34440" y="22128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flow(CFM+FLD, A2A식 수송)가 채택·검증(+29pp) — 남은 건 보조 미래 디코더(MDT·REPA)와 BiCodec 2주 MVP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633472"/>
            <a:ext cx="8229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270662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Modality — 측정 먼저, 그다음 정렬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34440" y="30175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text↔Δz retrieval은 이번 주에 공짜로 측정 가능 (C3 보정) → GRIF 정렬 → 실패 시 SALMONN식 LLM 우회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584448"/>
            <a:ext cx="8229600" cy="676656"/>
          </a:xfrm>
          <a:prstGeom prst="rect">
            <a:avLst/>
          </a:prstGeom>
          <a:solidFill>
            <a:srgbClr val="EFEF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584448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논의 요청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74520" y="3584448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ALOHA insertion 공략 우선순위 — 패치토큰 vs DAgger, 어느 쪽부터?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BiCodec 2주 MVP 착수 승인?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439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착수(전부 저비용):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스위트 · align=0 대조군 · L0 text retrieval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자료: kist-pier/CLIP @ CLIP_Report (최종보고서_v2 · EXPERIMENT_ROADMAP) · 검증 문헌 130편, arXiv 원문 대조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Latent 설계 보고</dc:title>
  <dc:subject>PptxGenJS Presentation</dc:subject>
  <dc:creator>Choi Wonseok</dc:creator>
  <cp:lastModifiedBy>Choi Wonseok</cp:lastModifiedBy>
  <cp:revision>1</cp:revision>
  <dcterms:created xsi:type="dcterms:W3CDTF">2026-07-07T00:01:36Z</dcterms:created>
  <dcterms:modified xsi:type="dcterms:W3CDTF">2026-07-07T00:01:36Z</dcterms:modified>
</cp:coreProperties>
</file>